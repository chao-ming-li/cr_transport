
<file path=[Content_Types].xml><?xml version="1.0" encoding="utf-8"?>
<Types xmlns="http://schemas.openxmlformats.org/package/2006/content-types"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60" r:id="rId5"/>
    <p:sldId id="261" r:id="rId6"/>
    <p:sldId id="262" r:id="rId7"/>
    <p:sldId id="263" r:id="rId8"/>
    <p:sldId id="264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94"/>
  </p:normalViewPr>
  <p:slideViewPr>
    <p:cSldViewPr snapToGrid="0">
      <p:cViewPr varScale="1">
        <p:scale>
          <a:sx n="103" d="100"/>
          <a:sy n="103" d="100"/>
        </p:scale>
        <p:origin x="200" y="5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170DB9-4451-F305-AA33-ACF540A5456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7615D53-17A3-4600-F7A1-C130BCDDA13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C8D8D8-3031-9C1F-4802-0B689A93E9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5F6046-E976-B746-B97C-54A29462F396}" type="datetimeFigureOut">
              <a:rPr lang="en-US" smtClean="0"/>
              <a:t>8/4/26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A36B48-C5C7-23FD-311C-6D4BCA548E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6E4EB8-69A4-35C8-89FA-6C1AB73E7F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B34B35-343B-3F40-8F58-6E0F566BA6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39145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D46690-B2D3-FF89-FDD8-F3C9B8B589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34B775-ADD8-9900-1867-C194E305E5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57DBF95-E547-E405-402A-A32A294F08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5F6046-E976-B746-B97C-54A29462F396}" type="datetimeFigureOut">
              <a:rPr lang="en-US" smtClean="0"/>
              <a:t>8/4/26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0DF607-51FE-1264-C6A8-C830301C16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DB44DC-F0A4-FF50-1873-D003AA6282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B34B35-343B-3F40-8F58-6E0F566BA6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52005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C6A207-077D-5546-1343-F65BD7A067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C558A65-680F-2B22-A85B-8863F38983C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630BE9-6448-2D53-6588-D6F9FB53A8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5F6046-E976-B746-B97C-54A29462F396}" type="datetimeFigureOut">
              <a:rPr lang="en-US" smtClean="0"/>
              <a:t>8/4/26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93D7FE-6DCD-1BF4-6371-E9AA15A1F9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E87A7F-0CBE-7BA0-C79D-C52A68D39C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B34B35-343B-3F40-8F58-6E0F566BA6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83003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966FF5-73C1-CA69-636E-A0BFBBEFC5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0293FC-BD4D-D81D-977C-F00B6077FBA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3EB504A-2B75-A76D-5E47-F640F90A2DE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6F998EA-6AF7-2D6F-CB84-9E471DE5F8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5F6046-E976-B746-B97C-54A29462F396}" type="datetimeFigureOut">
              <a:rPr lang="en-US" smtClean="0"/>
              <a:t>8/4/26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E5D13CA-2760-0F44-9E5D-702DF1138D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5411451-D67B-F1F5-25CF-FBB9E32121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B34B35-343B-3F40-8F58-6E0F566BA6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47890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54188D-3C80-481A-4C38-0E66E9BED3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0F354C6-DED6-142C-7673-2DC7EE4F6C3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2234092-EC07-E752-52E2-167C3E5F4DE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D6568A5-D521-2090-8FA9-995D7169D20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C941C0C-0720-7EBE-48F0-233C6F3635B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EA8A173-1AD6-177B-2E45-48B890971D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5F6046-E976-B746-B97C-54A29462F396}" type="datetimeFigureOut">
              <a:rPr lang="en-US" smtClean="0"/>
              <a:t>8/4/26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90DACE2-EFA8-4BF1-FE23-895BD2CBE4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D186DFC-0A91-6291-8859-52ABAFF30F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B34B35-343B-3F40-8F58-6E0F566BA6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70002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761D9C-B888-CAE1-046E-498198DD50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7DFCA63-AD34-5062-E1E1-AE3882ADAF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5F6046-E976-B746-B97C-54A29462F396}" type="datetimeFigureOut">
              <a:rPr lang="en-US" smtClean="0"/>
              <a:t>8/4/26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B9E4759-3D5D-BF02-D2F9-A6E64DC130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C03C1DA-FBF4-3541-5657-30B6D5163D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B34B35-343B-3F40-8F58-6E0F566BA6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36467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C2305A9-2626-B8B5-8B69-1F2ADCFEA1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5F6046-E976-B746-B97C-54A29462F396}" type="datetimeFigureOut">
              <a:rPr lang="en-US" smtClean="0"/>
              <a:t>8/4/26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7E63631-A71B-FFD8-F834-A9015B7D54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BD27110-1072-1DBE-EEA6-7AC452688B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B34B35-343B-3F40-8F58-6E0F566BA6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16474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BCCB70-6BB8-1185-053D-5110206BAC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9A5EF7-9144-50A4-D3F9-50E5887077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D745111-8925-13EF-2B24-ADA8084902D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C759B37-306C-F9AB-B7EA-A08E12EDE2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5F6046-E976-B746-B97C-54A29462F396}" type="datetimeFigureOut">
              <a:rPr lang="en-US" smtClean="0"/>
              <a:t>8/4/26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E482E82-6980-4377-C371-EE35F07880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DC5666C-72C0-31ED-A845-7B4A674B26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B34B35-343B-3F40-8F58-6E0F566BA6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75274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CBD656-CF4F-E63C-6479-37F44BDD6B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38E85D8-DCF9-CED3-EE15-3AA54381507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C7B5073-E4CD-1CD6-78ED-F90E1B0B812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7F83035-AA40-8880-EACF-E5779A9F83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5F6046-E976-B746-B97C-54A29462F396}" type="datetimeFigureOut">
              <a:rPr lang="en-US" smtClean="0"/>
              <a:t>8/4/26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A3E4D5F-535A-9731-E2CF-28B2BECD61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B812D14-BA1C-C950-F9C3-CE5455F306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B34B35-343B-3F40-8F58-6E0F566BA6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37971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7B6E2B-EF1F-016C-0AC3-ECADA9CFD1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A5B7974-35A9-0F66-3311-6C8063D7510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E70946E-F0C0-0909-C647-E47DAE8ED1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5F6046-E976-B746-B97C-54A29462F396}" type="datetimeFigureOut">
              <a:rPr lang="en-US" smtClean="0"/>
              <a:t>8/4/26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FCACCD-3CAA-2094-E61D-AF6849FCF2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C0F571F-4F54-3F0C-370A-60165F10DE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B34B35-343B-3F40-8F58-6E0F566BA6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57010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D0D666E-35E4-BF93-6379-77B4629B8A4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06E9AEB-1074-7663-1F46-3773541BB92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C9C56C-EF37-2BAE-AAD9-A2EF92A64F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5F6046-E976-B746-B97C-54A29462F396}" type="datetimeFigureOut">
              <a:rPr lang="en-US" smtClean="0"/>
              <a:t>8/4/26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16F0F3-5849-2045-E3E0-72CFECB517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6C5630-5123-F416-FCD7-3873F57248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B34B35-343B-3F40-8F58-6E0F566BA6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02447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9D02677-8365-8648-95A4-8F9AFADCF4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BC88649-B105-FAAB-478D-3BCC8A4BE2A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866ACC-FBCC-F3D7-7163-1F81B2907A5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A5F6046-E976-B746-B97C-54A29462F396}" type="datetimeFigureOut">
              <a:rPr lang="en-US" smtClean="0"/>
              <a:t>8/4/26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0AEF25-CC96-F240-1F35-F26261E022B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09DF46-6E5F-DA49-6E94-280BC797DEC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1B34B35-343B-3F40-8F58-6E0F566BA6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52393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2.mp4"/><Relationship Id="rId1" Type="http://schemas.microsoft.com/office/2007/relationships/media" Target="../media/media2.mp4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3.mp4"/><Relationship Id="rId1" Type="http://schemas.microsoft.com/office/2007/relationships/media" Target="../media/media3.mp4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07DD81-8CDD-9794-5F80-CCABDAE5AC8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Advection scheme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392DBED-0BDE-4EFC-F253-68A79872B80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4169592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11E68D-749D-0E03-C548-F3A8F467C6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Injection of gaussian source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1E98A02-F207-730B-1DEE-9DE67A5F5A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800822"/>
            <a:ext cx="6135763" cy="4692053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11185C18-8719-3565-19AC-FF62BB50B594}"/>
              </a:ext>
            </a:extLst>
          </p:cNvPr>
          <p:cNvSpPr txBox="1"/>
          <p:nvPr/>
        </p:nvSpPr>
        <p:spPr>
          <a:xfrm>
            <a:off x="8234134" y="3150973"/>
            <a:ext cx="3440942" cy="20313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R_max</a:t>
            </a:r>
            <a:r>
              <a:rPr lang="en-US" dirty="0"/>
              <a:t> = 100 kpc, </a:t>
            </a:r>
            <a:r>
              <a:rPr lang="en-US" dirty="0" err="1"/>
              <a:t>Z_max</a:t>
            </a:r>
            <a:r>
              <a:rPr lang="en-US" dirty="0"/>
              <a:t> = 100 kpc</a:t>
            </a:r>
          </a:p>
          <a:p>
            <a:endParaRPr lang="en-US" dirty="0"/>
          </a:p>
          <a:p>
            <a:r>
              <a:rPr lang="en-US" dirty="0"/>
              <a:t>V_R = 0,  V_Z = 300 km /s</a:t>
            </a:r>
          </a:p>
          <a:p>
            <a:endParaRPr lang="en-US" dirty="0"/>
          </a:p>
          <a:p>
            <a:r>
              <a:rPr lang="en-US" dirty="0" err="1"/>
              <a:t>dx_min</a:t>
            </a:r>
            <a:r>
              <a:rPr lang="en-US" dirty="0"/>
              <a:t> = </a:t>
            </a:r>
            <a:r>
              <a:rPr lang="en-US"/>
              <a:t>20 pc</a:t>
            </a:r>
          </a:p>
          <a:p>
            <a:endParaRPr lang="en-US" dirty="0"/>
          </a:p>
          <a:p>
            <a:r>
              <a:rPr lang="en-US" dirty="0"/>
              <a:t>dT = 10000 year </a:t>
            </a:r>
          </a:p>
        </p:txBody>
      </p:sp>
    </p:spTree>
    <p:extLst>
      <p:ext uri="{BB962C8B-B14F-4D97-AF65-F5344CB8AC3E}">
        <p14:creationId xmlns:p14="http://schemas.microsoft.com/office/powerpoint/2010/main" val="11389792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5A3A0F-433D-2BF5-7076-E9FE133842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3865" y="253915"/>
            <a:ext cx="10515600" cy="1325563"/>
          </a:xfrm>
        </p:spPr>
        <p:txBody>
          <a:bodyPr/>
          <a:lstStyle/>
          <a:p>
            <a:r>
              <a:rPr lang="en-US" dirty="0"/>
              <a:t>Total variation diminishing + Van leer limiter</a:t>
            </a:r>
          </a:p>
        </p:txBody>
      </p:sp>
      <p:pic>
        <p:nvPicPr>
          <p:cNvPr id="4" name="ndis_C_log_gauss_inj_dt1000_vZ_test1">
            <a:hlinkClick r:id="" action="ppaction://media"/>
            <a:extLst>
              <a:ext uri="{FF2B5EF4-FFF2-40B4-BE49-F238E27FC236}">
                <a16:creationId xmlns:a16="http://schemas.microsoft.com/office/drawing/2014/main" id="{CB707CB1-1B82-BBCE-6616-2C5AA3E84623}"/>
              </a:ext>
            </a:extLst>
          </p:cNvPr>
          <p:cNvPicPr>
            <a:picLocks noGrp="1" noChangeAspect="1"/>
          </p:cNvPicPr>
          <p:nvPr>
            <p:ph idx="1"/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293687" y="1739900"/>
            <a:ext cx="5802313" cy="4351338"/>
          </a:xfr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8F932201-B29E-7A8A-A23D-5E57E9C1C08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6000" y="1912938"/>
            <a:ext cx="5422900" cy="4178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89005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3334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7C6F972E-A078-8BB7-0AD8-A1B5D8710C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9281" y="365125"/>
            <a:ext cx="10515600" cy="1325563"/>
          </a:xfrm>
        </p:spPr>
        <p:txBody>
          <a:bodyPr/>
          <a:lstStyle/>
          <a:p>
            <a:r>
              <a:rPr lang="en-US" dirty="0"/>
              <a:t>Numerical dissipation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E2EB5DF-4C4B-BA3A-1CA9-DC36B91EFB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49429" y="1652588"/>
            <a:ext cx="5257800" cy="41783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33E6804-4436-61F2-23CA-E9EAFF53EC9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7549" y="1690688"/>
            <a:ext cx="5257800" cy="4140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312948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329ED5-13F2-04C9-4FEE-1BE0818230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3995" y="340411"/>
            <a:ext cx="10515600" cy="1325563"/>
          </a:xfrm>
        </p:spPr>
        <p:txBody>
          <a:bodyPr/>
          <a:lstStyle/>
          <a:p>
            <a:r>
              <a:rPr lang="en-US" dirty="0"/>
              <a:t>Van leer limiter + increase spatial resolution</a:t>
            </a:r>
          </a:p>
        </p:txBody>
      </p:sp>
      <p:pic>
        <p:nvPicPr>
          <p:cNvPr id="4" name="ndis_C_log_gauss_inj_dt1000_vZ_dZ2">
            <a:hlinkClick r:id="" action="ppaction://media"/>
            <a:extLst>
              <a:ext uri="{FF2B5EF4-FFF2-40B4-BE49-F238E27FC236}">
                <a16:creationId xmlns:a16="http://schemas.microsoft.com/office/drawing/2014/main" id="{5EB1F568-B08F-496A-9149-3BF9CA012536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85352" y="1504434"/>
            <a:ext cx="6264876" cy="46986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173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3334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3A14BF77-A0C3-CAAE-98D6-8EA88E309C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1342" y="2191436"/>
            <a:ext cx="5054600" cy="4140200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4D77F090-E308-6FB9-B0CF-8EF2B8B3A1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9281" y="365125"/>
            <a:ext cx="10515600" cy="1325563"/>
          </a:xfrm>
        </p:spPr>
        <p:txBody>
          <a:bodyPr/>
          <a:lstStyle/>
          <a:p>
            <a:r>
              <a:rPr lang="en-US" dirty="0"/>
              <a:t>Numerical dissipation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D45DD2D-516D-FE76-CAF5-67ED3AA7E3D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2153336"/>
            <a:ext cx="5257800" cy="4178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489030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26167AD5-4C04-DD6C-811D-16B103C00E79}"/>
              </a:ext>
            </a:extLst>
          </p:cNvPr>
          <p:cNvSpPr txBox="1">
            <a:spLocks/>
          </p:cNvSpPr>
          <p:nvPr/>
        </p:nvSpPr>
        <p:spPr>
          <a:xfrm>
            <a:off x="405714" y="1825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MC limiter + increase spatial resolution</a:t>
            </a:r>
          </a:p>
        </p:txBody>
      </p:sp>
      <p:pic>
        <p:nvPicPr>
          <p:cNvPr id="7" name="ndis_C_log_gauss_inj_dt1000_vZ_dZ2_PLM">
            <a:hlinkClick r:id="" action="ppaction://media"/>
            <a:extLst>
              <a:ext uri="{FF2B5EF4-FFF2-40B4-BE49-F238E27FC236}">
                <a16:creationId xmlns:a16="http://schemas.microsoft.com/office/drawing/2014/main" id="{0209A1E9-5B90-6928-B6EF-43D05946A4E8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1343818"/>
            <a:ext cx="6536724" cy="49025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2074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3334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7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4A5102-FAB3-5F17-A4E8-ED3036CB67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B8EB0F86-E029-27A1-C2E1-4FF6FC6B68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9281" y="365125"/>
            <a:ext cx="10515600" cy="1325563"/>
          </a:xfrm>
        </p:spPr>
        <p:txBody>
          <a:bodyPr/>
          <a:lstStyle/>
          <a:p>
            <a:r>
              <a:rPr lang="en-US" dirty="0"/>
              <a:t>Numerical dissipation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C148F7D9-B6AD-CED4-4CFF-C147C59BE6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9281" y="1690688"/>
            <a:ext cx="5156200" cy="414020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CAC6AF01-A22D-AD4E-218B-1056B260DA7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4919" y="1652588"/>
            <a:ext cx="5257800" cy="4178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417708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</TotalTime>
  <Words>69</Words>
  <Application>Microsoft Macintosh PowerPoint</Application>
  <PresentationFormat>Widescreen</PresentationFormat>
  <Paragraphs>15</Paragraphs>
  <Slides>8</Slides>
  <Notes>0</Notes>
  <HiddenSlides>0</HiddenSlides>
  <MMClips>3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Calibri Light</vt:lpstr>
      <vt:lpstr>Office Theme</vt:lpstr>
      <vt:lpstr>Advection scheme</vt:lpstr>
      <vt:lpstr>Injection of gaussian source</vt:lpstr>
      <vt:lpstr>Total variation diminishing + Van leer limiter</vt:lpstr>
      <vt:lpstr>Numerical dissipation</vt:lpstr>
      <vt:lpstr>Van leer limiter + increase spatial resolution</vt:lpstr>
      <vt:lpstr>Numerical dissipation</vt:lpstr>
      <vt:lpstr>PowerPoint Presentation</vt:lpstr>
      <vt:lpstr>Numerical dissipation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cltga2358@gmail.com</dc:creator>
  <cp:lastModifiedBy>cltga2358@gmail.com</cp:lastModifiedBy>
  <cp:revision>1</cp:revision>
  <dcterms:created xsi:type="dcterms:W3CDTF">2026-08-04T09:31:29Z</dcterms:created>
  <dcterms:modified xsi:type="dcterms:W3CDTF">2026-08-04T09:53:39Z</dcterms:modified>
</cp:coreProperties>
</file>